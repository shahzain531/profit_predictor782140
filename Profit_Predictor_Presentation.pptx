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23760" y="1097280"/>
            <a:ext cx="3931920" cy="4480560"/>
          </a:xfrm>
          <a:prstGeom prst="roundRect">
            <a:avLst/>
          </a:prstGeom>
          <a:solidFill>
            <a:srgbClr val="11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943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ptos"/>
              </a:defRPr>
            </a:pPr>
            <a:r>
              <a:t>DATA SCIENCE &amp; MACHINE LEARNING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12648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600" b="1">
                <a:solidFill>
                  <a:srgbClr val="F5F8FC"/>
                </a:solidFill>
                <a:latin typeface="Aptos"/>
              </a:defRPr>
            </a:pPr>
            <a:r>
              <a:t>PROFIT</a:t>
            </a:r>
            <a:br/>
            <a:r>
              <a:t>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57607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0">
                <a:solidFill>
                  <a:srgbClr val="B9C6D7"/>
                </a:solidFill>
                <a:latin typeface="Aptos"/>
              </a:defRPr>
            </a:pPr>
            <a:r>
              <a:t>Global Superstore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58521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Presented by: 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828800"/>
            <a:ext cx="30175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B9C6D7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468880"/>
            <a:ext cx="3017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B9C6D7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108960"/>
            <a:ext cx="3017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2DD4B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251960"/>
            <a:ext cx="310896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0">
                <a:solidFill>
                  <a:srgbClr val="F5F8FC"/>
                </a:solidFill>
                <a:latin typeface="Aptos"/>
              </a:defRPr>
            </a:pPr>
            <a:r>
              <a:t>Data → Insights →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051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9C6D7"/>
                </a:solidFill>
                <a:latin typeface="Aptos"/>
              </a:defRPr>
            </a:pPr>
            <a:r>
              <a:t>What the project aims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•  Build a machine learning solution to predict business profit.</a:t>
            </a:r>
          </a:p>
          <a:p>
            <a:pPr>
              <a:spcAft>
                <a:spcPts val="18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•  Use sales and order-related information from the Global Superstore dataset.</a:t>
            </a:r>
          </a:p>
          <a:p>
            <a:pPr>
              <a:spcAft>
                <a:spcPts val="18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•  Explore patterns in sales, profit, discounts, categories, and regions.</a:t>
            </a:r>
          </a:p>
          <a:p>
            <a:pPr>
              <a:spcAft>
                <a:spcPts val="18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•  Present the project through an interactive Streamlit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t>Dataset &amp; 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051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9C6D7"/>
                </a:solidFill>
                <a:latin typeface="Aptos"/>
              </a:defRPr>
            </a:pPr>
            <a:r>
              <a:t>Understanding and preparing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Dataset: Global Superstore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51,290 records and 27 columns.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Important fields include Sales, Profit, Discount, Quantity, Category, and Region.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Checked missing values, duplicate records, data types, and unusual values.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Investigated data quality issues instead of automatically deleting unusual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051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9C6D7"/>
                </a:solidFill>
                <a:latin typeface="Aptos"/>
              </a:defRPr>
            </a:pPr>
            <a:r>
              <a:t>Questions explored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Compared sales and profit across product categories.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Explored regional and product-level performance.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Investigated how discounts relate to profit.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Used charts to identify patterns and potential business opportunities.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Insert your notebook charts here if time allows.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t>Machine Learning &amp;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051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9C6D7"/>
                </a:solidFill>
                <a:latin typeface="Aptos"/>
              </a:defRPr>
            </a:pPr>
            <a:r>
              <a:t>Model and deployment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Prediction target: Profit.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Model algorithm: [Enter the algorithm used in your notebook].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Training and testing were used to evaluate model performance.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The Streamlit app provides an interface for users to explore the project.</a:t>
            </a:r>
          </a:p>
          <a:p>
            <a:pPr>
              <a:spcAft>
                <a:spcPts val="18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t>•  Live app: https://shahzain729.streamlit.app/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"/>
              </a:defRPr>
            </a:pPr>
            <a:r>
              <a:t>Business Insights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051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9C6D7"/>
                </a:solidFill>
                <a:latin typeface="Aptos"/>
              </a:defRPr>
            </a:pPr>
            <a:r>
              <a:t>How the project can support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B9C6D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Use sales and profit analysis to support business decisions.</a:t>
            </a:r>
          </a:p>
          <a:p>
            <a:pPr>
              <a:spcAft>
                <a:spcPts val="18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Review discount strategies carefully because discounts may affect profitability.</a:t>
            </a:r>
          </a:p>
          <a:p>
            <a:pPr>
              <a:spcAft>
                <a:spcPts val="18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Identify categories and regions that perform well using the actual EDA results.</a:t>
            </a:r>
          </a:p>
          <a:p>
            <a:pPr>
              <a:spcAft>
                <a:spcPts val="18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Model performance should be reported using the actual MAE, RMSE, and R² values.</a:t>
            </a:r>
          </a:p>
          <a:p>
            <a:pPr>
              <a:spcAft>
                <a:spcPts val="18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Future work: improve model accuracy and add more business-focused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2DD4B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